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AUTH0 FOR AI AGENTS  ·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688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>
                <a:solidFill>
                  <a:srgbClr val="F4F4F4"/>
                </a:solidFill>
                <a:latin typeface="Calibri"/>
              </a:rPr>
              <a:t>VoyagerAI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3832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A0A9B4"/>
                </a:solidFill>
                <a:latin typeface="Calibri"/>
              </a:rPr>
              <a:t>Identity, authorization, and accountability for the agentic enterprise.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26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37E"/>
                </a:solidFill>
                <a:latin typeface="Calibri"/>
              </a:rPr>
              <a:t>For CISOs and security architects  ·  ~25 minutes  ·  Three acts, fully live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4F4F4"/>
                </a:solidFill>
                <a:latin typeface="Calibri"/>
              </a:rPr>
              <a:t>The problem AI agents create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4712"/>
            <a:ext cx="548640" cy="36576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A0A9B4"/>
                </a:solidFill>
                <a:latin typeface="Calibri"/>
              </a:rPr>
              <a:t>Agents need credentials. Today's options all fail at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11155680" cy="114300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54864" cy="1143000"/>
          </a:xfrm>
          <a:prstGeom prst="rect">
            <a:avLst/>
          </a:prstGeom>
          <a:solidFill>
            <a:srgbClr val="E5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4F4F4"/>
                </a:solidFill>
                <a:latin typeface="Calibri"/>
              </a:rPr>
              <a:t>Static API keys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A0A9B4"/>
                </a:solidFill>
                <a:latin typeface="Calibri"/>
              </a:rPr>
              <a:t>One leaked key, one compromised agent — and a global blast radius. No expiry, no scope, no audit trail per call.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74720"/>
            <a:ext cx="11155680" cy="114300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474720"/>
            <a:ext cx="54864" cy="1143000"/>
          </a:xfrm>
          <a:prstGeom prst="rect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4F4F4"/>
                </a:solidFill>
                <a:latin typeface="Calibri"/>
              </a:rPr>
              <a:t>Shared OAuth scopes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A0A9B4"/>
                </a:solidFill>
                <a:latin typeface="Calibri"/>
              </a:rPr>
              <a:t>Bolt 'agent_admin' onto a user's access token and you've created an over-privileged account that bypasses every policy you wrote for humans.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754880"/>
            <a:ext cx="11155680" cy="114300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754880"/>
            <a:ext cx="54864" cy="1143000"/>
          </a:xfrm>
          <a:prstGeom prst="rect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377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4F4F4"/>
                </a:solidFill>
                <a:latin typeface="Calibri"/>
              </a:rPr>
              <a:t>Custom mTLS / VPN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035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A0A9B4"/>
                </a:solidFill>
                <a:latin typeface="Calibri"/>
              </a:rPr>
              <a:t>Solves transport, not authorization. The agent still acts with someone else's identity, and you still can't answer 'who did what'.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VoyagerAI · Auth0 for AI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4F4F4"/>
                </a:solidFill>
                <a:latin typeface="Calibri"/>
              </a:rPr>
              <a:t>What this demo shows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4712"/>
            <a:ext cx="548640" cy="36576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A0A9B4"/>
                </a:solidFill>
                <a:latin typeface="Calibri"/>
              </a:rPr>
              <a:t>Three CISO-friendly stories. One platform — Auth0 — wires them 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128016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4864" cy="128016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4F4F4"/>
                </a:solidFill>
                <a:latin typeface="Calibri"/>
              </a:rPr>
              <a:t>The agent acts as me, with limits.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A0A9B4"/>
                </a:solidFill>
                <a:latin typeface="Calibri"/>
              </a:rPr>
              <a:t>First-party agent + step-up MFA + Manager CIBA + bounded-authority cap.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46120"/>
            <a:ext cx="11155680" cy="128016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246120"/>
            <a:ext cx="54864" cy="128016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4F4F4"/>
                </a:solidFill>
                <a:latin typeface="Calibri"/>
              </a:rPr>
              <a:t>The agent only sees what I see.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A0A9B4"/>
                </a:solidFill>
                <a:latin typeface="Calibri"/>
              </a:rPr>
              <a:t>Third-party agent with consent + Auth0 FGA enforcing relationship-based authorization.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663440"/>
            <a:ext cx="11155680" cy="128016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663440"/>
            <a:ext cx="54864" cy="128016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4F4F4"/>
                </a:solidFill>
                <a:latin typeface="Calibri"/>
              </a:rPr>
              <a:t>The agent never holds my password.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035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A0A9B4"/>
                </a:solidFill>
                <a:latin typeface="Calibri"/>
              </a:rPr>
              <a:t>Token Vault brokers a short-lived, scoped token at the moment of need.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VoyagerAI · Auth0 for AI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4F4F4"/>
                </a:solidFill>
                <a:latin typeface="Calibri"/>
              </a:rPr>
              <a:t>Architecture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4712"/>
            <a:ext cx="548640" cy="36576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A0A9B4"/>
                </a:solidFill>
                <a:latin typeface="Calibri"/>
              </a:rPr>
              <a:t>Two services for VoyagerAI; one tenant for Auth0; one mock downstream.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4864" cy="201168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4F4F4"/>
                </a:solidFill>
                <a:latin typeface="Calibri"/>
              </a:rPr>
              <a:t>voyagerai-portal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EB5424"/>
                </a:solidFill>
                <a:latin typeface="Calibri"/>
              </a:rPr>
              <a:t>React + Vite · :3000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500" b="1">
                <a:solidFill>
                  <a:srgbClr val="EB5424"/>
                </a:solidFill>
                <a:latin typeface="Calibri"/>
              </a:rPr>
              <a:t>·  </a:t>
            </a:r>
            <a:r>
              <a:rPr sz="1100">
                <a:solidFill>
                  <a:srgbClr val="F4F4F4"/>
                </a:solidFill>
                <a:latin typeface="Calibri"/>
              </a:rPr>
              <a:t>• Travel Agent (1st-party)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500" b="1">
                <a:solidFill>
                  <a:srgbClr val="EB5424"/>
                </a:solidFill>
                <a:latin typeface="Calibri"/>
              </a:rPr>
              <a:t>·  </a:t>
            </a:r>
            <a:r>
              <a:rPr sz="1100">
                <a:solidFill>
                  <a:srgbClr val="F4F4F4"/>
                </a:solidFill>
                <a:latin typeface="Calibri"/>
              </a:rPr>
              <a:t>• Personal AI Assistant (3rd-party)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500" b="1">
                <a:solidFill>
                  <a:srgbClr val="EB5424"/>
                </a:solidFill>
                <a:latin typeface="Calibri"/>
              </a:rPr>
              <a:t>·  </a:t>
            </a:r>
            <a:r>
              <a:rPr sz="1100">
                <a:solidFill>
                  <a:srgbClr val="F4F4F4"/>
                </a:solidFill>
                <a:latin typeface="Calibri"/>
              </a:rPr>
              <a:t>• Token Inspector · Audit · MCP timeline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0792" y="182880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50792" y="1828800"/>
            <a:ext cx="54864" cy="201168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2011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4F4F4"/>
                </a:solidFill>
                <a:latin typeface="Calibri"/>
              </a:rPr>
              <a:t>voyagerai-api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2377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EB5424"/>
                </a:solidFill>
                <a:latin typeface="Calibri"/>
              </a:rPr>
              <a:t>Express · :3002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27432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500" b="1">
                <a:solidFill>
                  <a:srgbClr val="EB5424"/>
                </a:solidFill>
                <a:latin typeface="Calibri"/>
              </a:rPr>
              <a:t>·  </a:t>
            </a:r>
            <a:r>
              <a:rPr sz="1100">
                <a:solidFill>
                  <a:srgbClr val="F4F4F4"/>
                </a:solidFill>
                <a:latin typeface="Calibri"/>
              </a:rPr>
              <a:t>• OAuth 2 Resource Server (RS256)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500" b="1">
                <a:solidFill>
                  <a:srgbClr val="EB5424"/>
                </a:solidFill>
                <a:latin typeface="Calibri"/>
              </a:rPr>
              <a:t>·  </a:t>
            </a:r>
            <a:r>
              <a:rPr sz="1100">
                <a:solidFill>
                  <a:srgbClr val="F4F4F4"/>
                </a:solidFill>
                <a:latin typeface="Calibri"/>
              </a:rPr>
              <a:t>• Agent loop · 6 MCP-style tools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500" b="1">
                <a:solidFill>
                  <a:srgbClr val="EB5424"/>
                </a:solidFill>
                <a:latin typeface="Calibri"/>
              </a:rPr>
              <a:t>·  </a:t>
            </a:r>
            <a:r>
              <a:rPr sz="1100">
                <a:solidFill>
                  <a:srgbClr val="F4F4F4"/>
                </a:solidFill>
                <a:latin typeface="Calibri"/>
              </a:rPr>
              <a:t>• Audit log · SSE event bus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98664" y="182880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98664" y="1828800"/>
            <a:ext cx="54864" cy="201168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4" y="2011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4F4F4"/>
                </a:solidFill>
                <a:latin typeface="Calibri"/>
              </a:rPr>
              <a:t>Auth0 tenant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4" y="2377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EB5424"/>
                </a:solidFill>
                <a:latin typeface="Calibri"/>
              </a:rPr>
              <a:t>OIDC · CIBA · FGA · Vault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4" y="27432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500" b="1">
                <a:solidFill>
                  <a:srgbClr val="EB5424"/>
                </a:solidFill>
                <a:latin typeface="Calibri"/>
              </a:rPr>
              <a:t>·  </a:t>
            </a:r>
            <a:r>
              <a:rPr sz="1100">
                <a:solidFill>
                  <a:srgbClr val="F4F4F4"/>
                </a:solidFill>
                <a:latin typeface="Calibri"/>
              </a:rPr>
              <a:t>• 1 API + 1 SPA + 2 M2M apps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500" b="1">
                <a:solidFill>
                  <a:srgbClr val="EB5424"/>
                </a:solidFill>
                <a:latin typeface="Calibri"/>
              </a:rPr>
              <a:t>·  </a:t>
            </a:r>
            <a:r>
              <a:rPr sz="1100">
                <a:solidFill>
                  <a:srgbClr val="F4F4F4"/>
                </a:solidFill>
                <a:latin typeface="Calibri"/>
              </a:rPr>
              <a:t>• Action: amr + max_trip_value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500" b="1">
                <a:solidFill>
                  <a:srgbClr val="EB5424"/>
                </a:solidFill>
                <a:latin typeface="Calibri"/>
              </a:rPr>
              <a:t>·  </a:t>
            </a:r>
            <a:r>
              <a:rPr sz="1100">
                <a:solidFill>
                  <a:srgbClr val="F4F4F4"/>
                </a:solidFill>
                <a:latin typeface="Calibri"/>
              </a:rPr>
              <a:t>• FGA store · Mgmt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B737E"/>
                </a:solidFill>
                <a:latin typeface="Calibri"/>
              </a:rPr>
              <a:t>Downstream / federated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8056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480560"/>
            <a:ext cx="54864" cy="137160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4515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VoyagerVault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834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Mock SaaS · separate audience
Receives short-lived tokens via
client_credentials + private_key_jwt.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50792" y="448056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50792" y="4480560"/>
            <a:ext cx="54864" cy="1371600"/>
          </a:xfrm>
          <a:prstGeom prst="rect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9392" y="464515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Manager device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49834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Auth0 Guardian app
Receives binding_message via CIBA
(RFC 9126 / OIDC backchannel).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98664" y="448056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98664" y="4480560"/>
            <a:ext cx="54864" cy="1371600"/>
          </a:xfrm>
          <a:prstGeom prst="rect">
            <a:avLst/>
          </a:prstGeom>
          <a:solidFill>
            <a:srgbClr val="4A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27264" y="464515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Mgmt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27264" y="49834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Auth0 Management API
Grants list/revoke for the
Connected Agents page.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VoyagerAI · Auth0 for AI Agents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F1419"/>
                </a:solidFill>
                <a:latin typeface="Calibri"/>
              </a:rPr>
              <a:t>ACT 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4F4F4"/>
                </a:solidFill>
                <a:latin typeface="Calibri"/>
              </a:rPr>
              <a:t>“The agent acts as me, with limits.”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548640" cy="36576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A0A9B4"/>
                </a:solidFill>
                <a:latin typeface="Calibri"/>
              </a:rPr>
              <a:t>First-party Travel Agent · 3-tier authorization · CIBA · bounded authority.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11155680" cy="91440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54864" cy="914400"/>
          </a:xfrm>
          <a:prstGeom prst="rect">
            <a:avLst/>
          </a:prstGeom>
          <a:solidFill>
            <a:srgbClr val="4A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4AC486"/>
                </a:solidFill>
                <a:latin typeface="Calibri"/>
              </a:rPr>
              <a:t>Tier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0848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≤ $500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08483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Instant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Has book:travel scope. Logged.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53511"/>
            <a:ext cx="11155680" cy="91440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953511"/>
            <a:ext cx="54864" cy="914400"/>
          </a:xfrm>
          <a:prstGeom prst="rect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18103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A83A"/>
                </a:solidFill>
                <a:latin typeface="Calibri"/>
              </a:rPr>
              <a:t>Tier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118103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$500 – $2,000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118103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Step-up MFA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83863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Token must carry amr=['mfa']. Mirrored from ID by Auth0 Action.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86782"/>
            <a:ext cx="11155680" cy="91440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986782"/>
            <a:ext cx="54864" cy="914400"/>
          </a:xfrm>
          <a:prstGeom prst="rect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5137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6FA8DC"/>
                </a:solidFill>
                <a:latin typeface="Calibri"/>
              </a:rPr>
              <a:t>Tier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415137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&gt; $2,000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15137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Manager CIBA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17134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Phone vibrates. Manager approves with biometrics in Auth0 Guardian.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020053"/>
            <a:ext cx="11155680" cy="91440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020053"/>
            <a:ext cx="54864" cy="914400"/>
          </a:xfrm>
          <a:prstGeom prst="rect">
            <a:avLst/>
          </a:prstGeom>
          <a:solidFill>
            <a:srgbClr val="E5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84645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55A5A"/>
                </a:solidFill>
                <a:latin typeface="Calibri"/>
              </a:rPr>
              <a:t>Tier 3+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184645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&gt; max_trip_value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5184645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Bounded authority blocks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50405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Even a manager-approved booking is denied if it exceeds the user's per-trip cap (custom claim).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VoyagerAI · Auth0 for AI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F1419"/>
                </a:solidFill>
                <a:latin typeface="Calibri"/>
              </a:rPr>
              <a:t>ACT  1  · 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4F4F4"/>
                </a:solidFill>
                <a:latin typeface="Calibri"/>
              </a:rPr>
              <a:t>CIBA, not push — the agent never asks for the manager's password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548640" cy="36576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A0A9B4"/>
                </a:solidFill>
                <a:latin typeface="Calibri"/>
              </a:rPr>
              <a:t>Auth0's Client-Initiated Backchannel Authentication (RFC 9126).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What happens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9B4"/>
                </a:solidFill>
                <a:latin typeface="Calibri"/>
              </a:rPr>
              <a:t>Agent calls /bc-authorize with login_hint={iss,sub of manager}, binding_message, scope=approve:travel.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9B4"/>
                </a:solidFill>
                <a:latin typeface="Calibri"/>
              </a:rPr>
              <a:t>Auth0 sends a Guardian push to the manager's phone.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490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4904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9B4"/>
                </a:solidFill>
                <a:latin typeface="Calibri"/>
              </a:rPr>
              <a:t>Manager approves with biometrics. No browser, no password reuse.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805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9B4"/>
                </a:solidFill>
                <a:latin typeface="Calibri"/>
              </a:rPr>
              <a:t>Agent polls /oauth/token with grant_type=urn:openid:params:grant-type:ciba.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12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8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9B4"/>
                </a:solidFill>
                <a:latin typeface="Calibri"/>
              </a:rPr>
              <a:t>Auth0 issues a manager-bound access token. Booking finalizes.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828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lib/ciba.js · 1st-party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2286000"/>
            <a:ext cx="5212080" cy="4023360"/>
          </a:xfrm>
          <a:prstGeom prst="roundRect">
            <a:avLst>
              <a:gd name="adj" fmla="val 4000"/>
            </a:avLst>
          </a:prstGeom>
          <a:solidFill>
            <a:srgbClr val="0A0F1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2395728"/>
            <a:ext cx="4882896" cy="3803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const body = new URLSearchParams({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client_id: AUTH0_AGENT_CLIENT_ID,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client_assertion_type: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'urn:ietf:params:oauth:client-assertion-type:jwt-bearer',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client_assertion: buildClientAssertion(...),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scope: 'openid approve:travel',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binding_message: sanitize(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'Approve flight to Tokyo for USD 4,500'),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login_hint: JSON.stringify({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format: 'iss_sub',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iss: ISSUER,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sub: AUTH0_MANAGER_USER_ID,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}),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});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VoyagerAI · Auth0 for AI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F1419"/>
                </a:solidFill>
                <a:latin typeface="Calibri"/>
              </a:rPr>
              <a:t>ACT  1  · 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4F4F4"/>
                </a:solidFill>
                <a:latin typeface="Calibri"/>
              </a:rPr>
              <a:t>Bounded authority — even the manager can't override the org 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548640" cy="36576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A0A9B4"/>
                </a:solidFill>
                <a:latin typeface="Calibri"/>
              </a:rPr>
              <a:t>A custom JWT claim, set at login, enforced server-side.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Login Action injects the cap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86000"/>
            <a:ext cx="5760720" cy="4023360"/>
          </a:xfrm>
          <a:prstGeom prst="roundRect">
            <a:avLst>
              <a:gd name="adj" fmla="val 4000"/>
            </a:avLst>
          </a:prstGeom>
          <a:solidFill>
            <a:srgbClr val="0A0F1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395728"/>
            <a:ext cx="5431536" cy="3803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// Auth0 Action · Login Flow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exports.onExecutePostLogin = async (event, api) =&gt; {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// Cap stays under the org's policy. Per-user later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// by reading event.user.app_metadata.max_trip_value.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api.accessToken.setCustomClaim(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'https://voyagerai.demo/max_trip_value',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5000,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);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// mirror ID-token amr into the access token so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// server-side step-up checks see it.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api.accessToken.setCustomClaim(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'https://voyagerai.demo/amr',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event.authentication?.methods?.map(m =&gt; m.name) ?? [],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);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};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API enforces it after the manager approves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286000"/>
            <a:ext cx="5212080" cy="4023360"/>
          </a:xfrm>
          <a:prstGeom prst="roundRect">
            <a:avLst>
              <a:gd name="adj" fmla="val 4000"/>
            </a:avLst>
          </a:prstGeom>
          <a:solidFill>
            <a:srgbClr val="0A0F1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2395728"/>
            <a:ext cx="4882896" cy="3803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// lib/policy.js  — runs on EVERY booking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if (cibaApproved &amp;&amp; amount &gt; maxTripValue) {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return {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decision: 'bounded_authority_exceeded',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bounded_authority: { max: maxTripValue,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                     requested: amount },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};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// CISO punchline: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// The manager OK'd it. The org's cap still wins.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// One claim, audited, signed, in every token.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VoyagerAI · Auth0 for AI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F1419"/>
                </a:solidFill>
                <a:latin typeface="Calibri"/>
              </a:rPr>
              <a:t>ACT 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4F4F4"/>
                </a:solidFill>
                <a:latin typeface="Calibri"/>
              </a:rPr>
              <a:t>“The agent only sees what I see.”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548640" cy="36576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A0A9B4"/>
                </a:solidFill>
                <a:latin typeface="Calibri"/>
              </a:rPr>
              <a:t>3rd-party app + consent + Auth0 FGA (relationship-based access control).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OAuth scopes answer ‘can the agent call the tool?’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5760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600" b="1">
                <a:solidFill>
                  <a:srgbClr val="EB5424"/>
                </a:solidFill>
                <a:latin typeface="Calibri"/>
              </a:rPr>
              <a:t>·  </a:t>
            </a:r>
            <a:r>
              <a:rPr sz="1200" b="1">
                <a:solidFill>
                  <a:srgbClr val="F4F4F4"/>
                </a:solidFill>
                <a:latin typeface="Calibri"/>
              </a:rPr>
              <a:t>Personal AI Assistant</a:t>
            </a:r>
            <a:r>
              <a:rPr sz="1200">
                <a:solidFill>
                  <a:srgbClr val="A0A9B4"/>
                </a:solidFill>
                <a:latin typeface="Calibri"/>
              </a:rPr>
              <a:t>  Separate Auth0 app. Allowed scopes: read:trips, read:expenses. NOT book:travel.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600" b="1">
                <a:solidFill>
                  <a:srgbClr val="EB5424"/>
                </a:solidFill>
                <a:latin typeface="Calibri"/>
              </a:rPr>
              <a:t>·  </a:t>
            </a:r>
            <a:r>
              <a:rPr sz="1200" b="1">
                <a:solidFill>
                  <a:srgbClr val="F4F4F4"/>
                </a:solidFill>
                <a:latin typeface="Calibri"/>
              </a:rPr>
              <a:t>Consent screen</a:t>
            </a:r>
            <a:r>
              <a:rPr sz="1200">
                <a:solidFill>
                  <a:srgbClr val="A0A9B4"/>
                </a:solidFill>
                <a:latin typeface="Calibri"/>
              </a:rPr>
              <a:t>  Auth0 prompts the user once with the exact scopes before issuing a token.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600" b="1">
                <a:solidFill>
                  <a:srgbClr val="EB5424"/>
                </a:solidFill>
                <a:latin typeface="Calibri"/>
              </a:rPr>
              <a:t>·  </a:t>
            </a:r>
            <a:r>
              <a:rPr sz="1200" b="1">
                <a:solidFill>
                  <a:srgbClr val="F4F4F4"/>
                </a:solidFill>
                <a:latin typeface="Calibri"/>
              </a:rPr>
              <a:t>Hard boundary</a:t>
            </a:r>
            <a:r>
              <a:rPr sz="1200">
                <a:solidFill>
                  <a:srgbClr val="A0A9B4"/>
                </a:solidFill>
                <a:latin typeface="Calibri"/>
              </a:rPr>
              <a:t>  An attempt to call book_travel returns insufficient_scope at the API. The LLM cannot escalate.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FGA answers ‘on which records?’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286000"/>
            <a:ext cx="5212080" cy="4023360"/>
          </a:xfrm>
          <a:prstGeom prst="roundRect">
            <a:avLst>
              <a:gd name="adj" fmla="val 4000"/>
            </a:avLst>
          </a:prstGeom>
          <a:solidFill>
            <a:srgbClr val="0A0F1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48272" y="2395728"/>
            <a:ext cx="4882896" cy="3803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model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schema 1.1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type user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type cost_center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relations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define member: [user]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type user_profile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relations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define owner: [user]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define cost_center: [cost_center]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define can_view: owner or member from cost_center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// → Lara (eng)  → can_view ✓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// → VP Eng (exec) → can_view 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VoyagerAI · Auth0 for AI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F1419"/>
                </a:solidFill>
                <a:latin typeface="Calibri"/>
              </a:rPr>
              <a:t>ACT 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4F4F4"/>
                </a:solidFill>
                <a:latin typeface="Calibri"/>
              </a:rPr>
              <a:t>“The agent never holds my password.”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548640" cy="36576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A0A9B4"/>
                </a:solidFill>
                <a:latin typeface="Calibri"/>
              </a:rPr>
              <a:t>Token Vault — Auth0 brokers a short-lived, audience-scoped token at the moment of need.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B5424"/>
                </a:solidFill>
                <a:latin typeface="Calibri"/>
              </a:rPr>
              <a:t>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User asks the agent to save trip notes to VoyagerVault.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0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B5424"/>
                </a:solidFill>
                <a:latin typeface="Calibri"/>
              </a:rPr>
              <a:t>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Agent calls Auth0 /oauth/token  — client_credentials + private_key_jwt + audience=https://api.voyagervault.demo.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74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B5424"/>
                </a:solidFill>
                <a:latin typeface="Calibri"/>
              </a:rPr>
              <a:t>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7472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Auth0 issues a vault-scoped token (write:vault). 1-hour TTL. Distinct audience from main API.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69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B5424"/>
                </a:solidFill>
                <a:latin typeface="Calibri"/>
              </a:rPr>
              <a:t>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Agent calls VoyagerVault with Authorization: Bearer &lt;vault token&gt;  AND  X-On-Behalf-Of: &lt;user JWT&gt;.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63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B5424"/>
                </a:solidFill>
                <a:latin typeface="Calibri"/>
              </a:rPr>
              <a:t>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Vault validates BOTH tokens. Stores entry keyed by user sub.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828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Payload — what the agent sends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2286000"/>
            <a:ext cx="5212080" cy="4023360"/>
          </a:xfrm>
          <a:prstGeom prst="roundRect">
            <a:avLst>
              <a:gd name="adj" fmla="val 4000"/>
            </a:avLst>
          </a:prstGeom>
          <a:solidFill>
            <a:srgbClr val="0A0F1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2395728"/>
            <a:ext cx="4882896" cy="3803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POST /oauth/token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grant_type=client_credentials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audience=https://api.voyagervault.demo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client_id=&lt;travel-agent&gt;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client_assertion_type=jwt-bearer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client_assertion=&lt;RS256 JWT signed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                with private key&gt;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scope=write:vault read:vault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→ access_token  (TTL 3600s)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aud: api.voyagervault.demo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sub: &lt;agent-client-id&gt;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scope: write:vault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// CISO punchline: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// No static credential. No reuse across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// services. Every token audited.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VoyagerAI · Auth0 for AI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4F4F4"/>
                </a:solidFill>
                <a:latin typeface="Calibri"/>
              </a:rPr>
              <a:t>Auth0 surface area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4712"/>
            <a:ext cx="548640" cy="36576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A0A9B4"/>
                </a:solidFill>
                <a:latin typeface="Calibri"/>
              </a:rPr>
              <a:t>Ten capabilities, one tenant, ~5 hours of integration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4864" cy="82296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4767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OIDC + PKCE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677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User login. Standard SPA + Auth0Provider.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54864" cy="82296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94767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RBAC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677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Roles 'Traveler' and 'Manager'. 'approve:travel' gated by role.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8892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788920"/>
            <a:ext cx="54864" cy="82296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077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Custom claims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2783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Action injects max_trip_value + amr mirror.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8892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788920"/>
            <a:ext cx="54864" cy="82296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9077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private_key_jwt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22783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1st-party Travel Agent M2M auth (RFC 7521).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4904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49040"/>
            <a:ext cx="54864" cy="82296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8679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Step-up MFA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8795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acr_values=mfa during Tier 2 retries.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74904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749040"/>
            <a:ext cx="54864" cy="82296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8679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CIBA (RFC 9126)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18795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Manager approval via Guardian for Tier 3.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70916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709160"/>
            <a:ext cx="54864" cy="82296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82803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FGA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14807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Relationship-based read of user_profile records.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70916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4709160"/>
            <a:ext cx="54864" cy="82296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82803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Token Vault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14807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Audience-scoped downstream token (mock).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66928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669280"/>
            <a:ext cx="54864" cy="82296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78815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Mgmt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1081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Connected Agents listing + grant revocation.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5669280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72200" y="5669280"/>
            <a:ext cx="54864" cy="82296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578815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F4F4"/>
                </a:solidFill>
                <a:latin typeface="Calibri"/>
              </a:rPr>
              <a:t>Refresh Token Rotation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61081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Long-lived sessions without long-lived tokens.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VoyagerAI · Auth0 for AI Agents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911095" cy="256032"/>
          </a:xfrm>
          <a:prstGeom prst="roundRect">
            <a:avLst>
              <a:gd name="adj" fmla="val 50000"/>
            </a:avLst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F1419"/>
                </a:solidFill>
                <a:latin typeface="Calibri"/>
              </a:rPr>
              <a:t>BUILD  ·  AGENT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4F4F4"/>
                </a:solidFill>
                <a:latin typeface="Calibri"/>
              </a:rPr>
              <a:t>Three agents, three identity stories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548640" cy="36576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A0A9B4"/>
                </a:solidFill>
                <a:latin typeface="Calibri"/>
              </a:rPr>
              <a:t>Each agent gets its own Auth0 application. No shared secrets.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4864" cy="1371600"/>
          </a:xfrm>
          <a:prstGeom prst="rect">
            <a:avLst/>
          </a:prstGeom>
          <a:solidFill>
            <a:srgbClr val="4A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4F4F4"/>
                </a:solidFill>
                <a:latin typeface="Calibri"/>
              </a:rPr>
              <a:t>Travel Agent (1st-party · M2M)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private_key_jwt (RFC 7521). RSA key pair generated locally; public JWKS pasted in Auth0. Agent signs a fresh client_assertion JWT for every /oauth/token call. Auth0 verifies the signature against the JWKS — no client_secret in env.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3756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337560"/>
            <a:ext cx="54864" cy="1371600"/>
          </a:xfrm>
          <a:prstGeom prst="rect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4F4F4"/>
                </a:solidFill>
                <a:latin typeface="Calibri"/>
              </a:rPr>
              <a:t>Personal AI Assistant (3rd-party · SPA)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Separate Auth0 application requiring user consent. Limited to read:trips, read:expenses. Portal uses a second @auth0/auth0-spa-js client (isolated cache) to keep tokens disjoint from the 1st-party agent.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84632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46320"/>
            <a:ext cx="54864" cy="1371600"/>
          </a:xfrm>
          <a:prstGeom prst="rect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92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4F4F4"/>
                </a:solidFill>
                <a:latin typeface="Calibri"/>
              </a:rPr>
              <a:t>Mgmt M2M (system)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client_credentials with classic client_secret. Used only by the Express API for read:grants, delete:grants, read:clients on the Auth0 Management API. Never user-facing.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VoyagerAI · Auth0 for AI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289304" cy="256032"/>
          </a:xfrm>
          <a:prstGeom prst="roundRect">
            <a:avLst>
              <a:gd name="adj" fmla="val 50000"/>
            </a:avLst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F1419"/>
                </a:solidFill>
                <a:latin typeface="Calibri"/>
              </a:rPr>
              <a:t>BUILD  · 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4F4F4"/>
                </a:solidFill>
                <a:latin typeface="Calibri"/>
              </a:rPr>
              <a:t>The 3-tier policy is a pure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548640" cy="36576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A0A9B4"/>
                </a:solidFill>
                <a:latin typeface="Calibri"/>
              </a:rPr>
              <a:t>lib/policy.js — testable, reusable in serverless, no side effects.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1185855" cy="4480560"/>
          </a:xfrm>
          <a:prstGeom prst="roundRect">
            <a:avLst>
              <a:gd name="adj" fmla="val 4000"/>
            </a:avLst>
          </a:prstGeom>
          <a:solidFill>
            <a:srgbClr val="0A0F1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38528"/>
            <a:ext cx="10856671" cy="42611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function evaluate({ amountUSD, jwtPayload, cibaApproved = false }) {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const amr = jwtPayload['https://voyagerai.demo/amr'] || jwtPayload.amr || [];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const maxTripValue = jwtPayload[BOUNDED_AUTHORITY_CLAIM] ?? Infinity;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// Tier 1 — instant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if (amountUSD &lt;= 500) return { decision: 'allow', tier: 1 };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// Tier 2 — step-up MFA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if (amountUSD &lt;= 2000) {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if (amr.includes('mfa')) return { decision: 'allow', tier: 2 };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return { decision: 'requires_stepup', tier: 2 };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}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// Tier 3 — manager CIBA + bounded authority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if (!cibaApproved) return { decision: 'requires_ciba', tier: 3 };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if (amountUSD &gt; maxTripValue) {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return {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  decision: 'bounded_authority_exceeded',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  bounded_authority: { max: maxTripValue, requested: amountUSD },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  tier: 3,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};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}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return { decision: 'allow', tier: 3, bounded_authority: { max: maxTripValue } };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VoyagerAI · Auth0 for 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056132" cy="256032"/>
          </a:xfrm>
          <a:prstGeom prst="roundRect">
            <a:avLst>
              <a:gd name="adj" fmla="val 50000"/>
            </a:avLst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F1419"/>
                </a:solidFill>
                <a:latin typeface="Calibri"/>
              </a:rPr>
              <a:t>BUILD  ·  FGA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4F4F4"/>
                </a:solidFill>
                <a:latin typeface="Calibri"/>
              </a:rPr>
              <a:t>FGA — relationship-based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548640" cy="36576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A0A9B4"/>
                </a:solidFill>
                <a:latin typeface="Calibri"/>
              </a:rPr>
              <a:t>Google Zanzibar-style policy. The agent inherits the user's read perimeter.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86000"/>
            <a:ext cx="5760720" cy="2377440"/>
          </a:xfrm>
          <a:prstGeom prst="roundRect">
            <a:avLst>
              <a:gd name="adj" fmla="val 4000"/>
            </a:avLst>
          </a:prstGeom>
          <a:solidFill>
            <a:srgbClr val="0A0F1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395728"/>
            <a:ext cx="5431536" cy="2157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type user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type cost_center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relations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define member: [user]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type user_profile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relations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define owner: [user]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define cost_center: [cost_center]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define can_view: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  owner or member from cost_center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463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Demo tuples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03520"/>
            <a:ext cx="5760720" cy="1097280"/>
          </a:xfrm>
          <a:prstGeom prst="roundRect">
            <a:avLst>
              <a:gd name="adj" fmla="val 4000"/>
            </a:avLst>
          </a:prstGeom>
          <a:solidFill>
            <a:srgbClr val="0A0F1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5413248"/>
            <a:ext cx="5431536" cy="877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user:traveler  member  cost_center:engineering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cost_center:engineering  cost_center  user_profile:peer-eng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cost_center:executive    cost_center  user_profile:vp-engineering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28600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2286000"/>
            <a:ext cx="54864" cy="868680"/>
          </a:xfrm>
          <a:prstGeom prst="rect">
            <a:avLst/>
          </a:prstGeom>
          <a:solidFill>
            <a:srgbClr val="4A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40487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4F4F4"/>
                </a:solidFill>
                <a:latin typeface="Consolas"/>
              </a:rPr>
              <a:t>user:traveler  can_view  user_profile:traveler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7432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4AC486"/>
                </a:solidFill>
                <a:latin typeface="Calibri"/>
              </a:rPr>
              <a:t>ALLOW · owner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29184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291840"/>
            <a:ext cx="54864" cy="868680"/>
          </a:xfrm>
          <a:prstGeom prst="rect">
            <a:avLst/>
          </a:prstGeom>
          <a:solidFill>
            <a:srgbClr val="4A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4107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4F4F4"/>
                </a:solidFill>
                <a:latin typeface="Consolas"/>
              </a:rPr>
              <a:t>user:traveler  can_view  user_profile:peer-eng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749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4AC486"/>
                </a:solidFill>
                <a:latin typeface="Calibri"/>
              </a:rPr>
              <a:t>ALLOW · member from cost_center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29768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4297680"/>
            <a:ext cx="54864" cy="868680"/>
          </a:xfrm>
          <a:prstGeom prst="rect">
            <a:avLst/>
          </a:prstGeom>
          <a:solidFill>
            <a:srgbClr val="E5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41655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4F4F4"/>
                </a:solidFill>
                <a:latin typeface="Consolas"/>
              </a:rPr>
              <a:t>user:traveler  can_view  user_profile:vp-engineering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754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55A5A"/>
                </a:solidFill>
                <a:latin typeface="Calibri"/>
              </a:rPr>
              <a:t>DENY · different cost_center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76072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737E"/>
                </a:solidFill>
                <a:latin typeface="Calibri"/>
              </a:rPr>
              <a:t>FGA decisions stream live into the MCP timeline — auditors see the same yes/no the agent saw.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VoyagerAI · Auth0 for AI 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677924" cy="256032"/>
          </a:xfrm>
          <a:prstGeom prst="roundRect">
            <a:avLst>
              <a:gd name="adj" fmla="val 50000"/>
            </a:avLst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F1419"/>
                </a:solidFill>
                <a:latin typeface="Calibri"/>
              </a:rPr>
              <a:t>BUILD  ·  TOKEN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4F4F4"/>
                </a:solidFill>
                <a:latin typeface="Calibri"/>
              </a:rPr>
              <a:t>Token Vault — service-agnostic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548640" cy="36576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A0A9B4"/>
                </a:solidFill>
                <a:latin typeface="Calibri"/>
              </a:rPr>
              <a:t>We mock VoyagerVault. The same code targets Google Calendar / Slack / Salesforce.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486400" cy="420624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4864" cy="420624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486400" cy="420624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54864" cy="4206240"/>
          </a:xfrm>
          <a:prstGeom prst="rect">
            <a:avLst/>
          </a:prstGeom>
          <a:solidFill>
            <a:srgbClr val="4A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Demo (mock)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F4F4"/>
                </a:solidFill>
                <a:latin typeface="Calibri"/>
              </a:rPr>
              <a:t>VoyagerVault — separate-audience M2M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5029200" cy="1920240"/>
          </a:xfrm>
          <a:prstGeom prst="roundRect">
            <a:avLst>
              <a:gd name="adj" fmla="val 4000"/>
            </a:avLst>
          </a:prstGeom>
          <a:solidFill>
            <a:srgbClr val="0A0F1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852928"/>
            <a:ext cx="4700016" cy="1700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POST /oauth/token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grant_type=client_credentials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audience=https://api.voyagervault.demo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scope=write:vault read:vault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client_assertion=&lt;RS256 JWT&gt;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// returns aud=voyagervault, scope=write:vault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Captures: audience scoping, JWT signing, scope enforcement, audit. Doesn't capture: a third-party token-store.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4AC486"/>
                </a:solidFill>
                <a:latin typeface="Calibri"/>
              </a:rPr>
              <a:t>Production (real Token Vault)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31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F4F4"/>
                </a:solidFill>
                <a:latin typeface="Calibri"/>
              </a:rPr>
              <a:t>Federated grant + connection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743200"/>
            <a:ext cx="5029200" cy="1920240"/>
          </a:xfrm>
          <a:prstGeom prst="roundRect">
            <a:avLst>
              <a:gd name="adj" fmla="val 4000"/>
            </a:avLst>
          </a:prstGeom>
          <a:solidFill>
            <a:srgbClr val="0A0F1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852928"/>
            <a:ext cx="4700016" cy="1700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POST /oauth/token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grant_type=urn:auth0:params:oauth:grant-type: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         token-exchange:federated-connection-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           access-token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subject_token=&lt;user JWT&gt;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connection=google-oauth2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 client_assertion=&lt;RS256 JWT&gt;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A0A9B4"/>
                </a:solidFill>
                <a:latin typeface="Consolas"/>
              </a:rPr>
              <a:t>// returns Google access token from vault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4632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Same call site — only the grant string and the destination URL change. The agent never reads a Google credential.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VoyagerAI · Auth0 for AI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833372" cy="256032"/>
          </a:xfrm>
          <a:prstGeom prst="roundRect">
            <a:avLst>
              <a:gd name="adj" fmla="val 50000"/>
            </a:avLst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F1419"/>
                </a:solidFill>
                <a:latin typeface="Calibri"/>
              </a:rPr>
              <a:t>BUILD  · 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4F4F4"/>
                </a:solidFill>
                <a:latin typeface="Calibri"/>
              </a:rPr>
              <a:t>Observable surface — what auditors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4712"/>
            <a:ext cx="548640" cy="36576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A0A9B4"/>
                </a:solidFill>
                <a:latin typeface="Calibri"/>
              </a:rPr>
              <a:t>Three real-time channels, one append-only audit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4864" cy="182880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933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4F4F4"/>
                </a:solidFill>
                <a:latin typeface="Calibri"/>
              </a:rPr>
              <a:t>MCP Event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SSE-fed live feed of every OAuth call (token request, /bc-authorize, FGA check, vault exchange). Color-coded by kind.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EB5424"/>
                </a:solidFill>
                <a:latin typeface="Consolas"/>
              </a:rPr>
              <a:t>/api/mcp/events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54864" cy="182880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933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4F4F4"/>
                </a:solidFill>
                <a:latin typeface="Calibri"/>
              </a:rPr>
              <a:t>Token Inspector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Side-by-side decoded JWTs for every agent (1st-party, 3rd-party). Annotated claims. Scopes, custom claims, amr, audience.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EB5424"/>
                </a:solidFill>
                <a:latin typeface="Consolas"/>
              </a:rPr>
              <a:t>client-side jwt-decode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22192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822192"/>
            <a:ext cx="54864" cy="182880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8678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4F4F4"/>
                </a:solidFill>
                <a:latin typeface="Calibri"/>
              </a:rPr>
              <a:t>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70832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Every tool call logged with agent_sub, user_sub, tool, decision, scopes, FGA result, CIBA id, bounded_authority.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3951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EB5424"/>
                </a:solidFill>
                <a:latin typeface="Consolas"/>
              </a:rPr>
              <a:t>audit.log.jsonl + /api/audit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822192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822192"/>
            <a:ext cx="54864" cy="182880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8678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4F4F4"/>
                </a:solidFill>
                <a:latin typeface="Calibri"/>
              </a:rPr>
              <a:t>Connected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70832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A9B4"/>
                </a:solidFill>
                <a:latin typeface="Calibri"/>
              </a:rPr>
              <a:t>Live Mgmt API call listing every 3rd-party app the user authorized. One-click revoke (DELETE /grants/:id).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23951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EB5424"/>
                </a:solidFill>
                <a:latin typeface="Consolas"/>
              </a:rPr>
              <a:t>/api/v2/grants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VoyagerAI · Auth0 for AI 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4F4F4"/>
                </a:solidFill>
                <a:latin typeface="Calibri"/>
              </a:rPr>
              <a:t>The principles, in one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4712"/>
            <a:ext cx="548640" cy="36576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4864" cy="105156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4F4F4"/>
                </a:solidFill>
                <a:latin typeface="Calibri"/>
              </a:rPr>
              <a:t>Agent identity ≠ user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0A9B4"/>
                </a:solidFill>
                <a:latin typeface="Calibri"/>
              </a:rPr>
              <a:t>Every agent is its own Auth0 application. Acting 'on behalf of' the user is a token claim, not a credential share.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90088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990088"/>
            <a:ext cx="54864" cy="105156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4F4F4"/>
                </a:solidFill>
                <a:latin typeface="Calibri"/>
              </a:rPr>
              <a:t>Scopes gate the tool. FGA gates the record.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9300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0A9B4"/>
                </a:solidFill>
                <a:latin typeface="Calibri"/>
              </a:rPr>
              <a:t>OAuth answers 'can the agent call book_travel?'. FGA answers 'on which user_profile?'. They compose; you need both.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51376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151376"/>
            <a:ext cx="54864" cy="105156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1596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4F4F4"/>
                </a:solidFill>
                <a:latin typeface="Calibri"/>
              </a:rPr>
              <a:t>Brokered tokens, not stored credentials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54296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0A9B4"/>
                </a:solidFill>
                <a:latin typeface="Calibri"/>
              </a:rPr>
              <a:t>Auth0 mints a fresh, audience-scoped, time-bounded token at the moment of need. No long-lived secrets in agent code or env.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12664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161C24"/>
          </a:solidFill>
          <a:ln w="9525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312664"/>
            <a:ext cx="54864" cy="1051560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47725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4F4F4"/>
                </a:solidFill>
                <a:latin typeface="Calibri"/>
              </a:rPr>
              <a:t>Audit everything, in real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15584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0A9B4"/>
                </a:solidFill>
                <a:latin typeface="Calibri"/>
              </a:rPr>
              <a:t>Every authorization event — accept and reject — flows to a timeline the auditor and the security team can subscribe to today.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VoyagerAI · Auth0 for AI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4F4F4"/>
                </a:solidFill>
                <a:latin typeface="Calibri"/>
              </a:rPr>
              <a:t>What's next — and what we deferred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4712"/>
            <a:ext cx="548640" cy="36576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A0A9B4"/>
                </a:solidFill>
                <a:latin typeface="Calibri"/>
              </a:rPr>
              <a:t>Phased delivery; the high-impact items are live, the rest are scoped.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4AC486"/>
                </a:solidFill>
                <a:latin typeface="Calibri"/>
              </a:rPr>
              <a:t>Live in the demo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57607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600" b="1">
                <a:solidFill>
                  <a:srgbClr val="EB5424"/>
                </a:solidFill>
                <a:latin typeface="Calibri"/>
              </a:rPr>
              <a:t>·  </a:t>
            </a:r>
            <a:r>
              <a:rPr sz="1200">
                <a:solidFill>
                  <a:srgbClr val="F4F4F4"/>
                </a:solidFill>
                <a:latin typeface="Calibri"/>
              </a:rPr>
              <a:t>OIDC + PKCE login (Traveler · Manager)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600" b="1">
                <a:solidFill>
                  <a:srgbClr val="EB5424"/>
                </a:solidFill>
                <a:latin typeface="Calibri"/>
              </a:rPr>
              <a:t>·  </a:t>
            </a:r>
            <a:r>
              <a:rPr sz="1200">
                <a:solidFill>
                  <a:srgbClr val="F4F4F4"/>
                </a:solidFill>
                <a:latin typeface="Calibri"/>
              </a:rPr>
              <a:t>1st-party Travel Agent (M2M · private_key_jwt)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600" b="1">
                <a:solidFill>
                  <a:srgbClr val="EB5424"/>
                </a:solidFill>
                <a:latin typeface="Calibri"/>
              </a:rPr>
              <a:t>·  </a:t>
            </a:r>
            <a:r>
              <a:rPr sz="1200">
                <a:solidFill>
                  <a:srgbClr val="F4F4F4"/>
                </a:solidFill>
                <a:latin typeface="Calibri"/>
              </a:rPr>
              <a:t>3-tier policy + step-up MFA + bounded authority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600" b="1">
                <a:solidFill>
                  <a:srgbClr val="EB5424"/>
                </a:solidFill>
                <a:latin typeface="Calibri"/>
              </a:rPr>
              <a:t>·  </a:t>
            </a:r>
            <a:r>
              <a:rPr sz="1200">
                <a:solidFill>
                  <a:srgbClr val="F4F4F4"/>
                </a:solidFill>
                <a:latin typeface="Calibri"/>
              </a:rPr>
              <a:t>True CIBA (RFC 9126) for Tier 3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600" b="1">
                <a:solidFill>
                  <a:srgbClr val="EB5424"/>
                </a:solidFill>
                <a:latin typeface="Calibri"/>
              </a:rPr>
              <a:t>·  </a:t>
            </a:r>
            <a:r>
              <a:rPr sz="1200">
                <a:solidFill>
                  <a:srgbClr val="F4F4F4"/>
                </a:solidFill>
                <a:latin typeface="Calibri"/>
              </a:rPr>
              <a:t>3rd-party Personal AI Assistant + consent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600" b="1">
                <a:solidFill>
                  <a:srgbClr val="EB5424"/>
                </a:solidFill>
                <a:latin typeface="Calibri"/>
              </a:rPr>
              <a:t>·  </a:t>
            </a:r>
            <a:r>
              <a:rPr sz="1200">
                <a:solidFill>
                  <a:srgbClr val="F4F4F4"/>
                </a:solidFill>
                <a:latin typeface="Calibri"/>
              </a:rPr>
              <a:t>Auth0 FGA (relationship-based authz)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600" b="1">
                <a:solidFill>
                  <a:srgbClr val="EB5424"/>
                </a:solidFill>
                <a:latin typeface="Calibri"/>
              </a:rPr>
              <a:t>·  </a:t>
            </a:r>
            <a:r>
              <a:rPr sz="1200">
                <a:solidFill>
                  <a:srgbClr val="F4F4F4"/>
                </a:solidFill>
                <a:latin typeface="Calibri"/>
              </a:rPr>
              <a:t>Token Vault (mock VoyagerVault)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600" b="1">
                <a:solidFill>
                  <a:srgbClr val="EB5424"/>
                </a:solidFill>
                <a:latin typeface="Calibri"/>
              </a:rPr>
              <a:t>·  </a:t>
            </a:r>
            <a:r>
              <a:rPr sz="1200">
                <a:solidFill>
                  <a:srgbClr val="F4F4F4"/>
                </a:solidFill>
                <a:latin typeface="Calibri"/>
              </a:rPr>
              <a:t>Connected Agents (Mgmt API list + revoke)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600" b="1">
                <a:solidFill>
                  <a:srgbClr val="EB5424"/>
                </a:solidFill>
                <a:latin typeface="Calibri"/>
              </a:rPr>
              <a:t>·  </a:t>
            </a:r>
            <a:r>
              <a:rPr sz="1200">
                <a:solidFill>
                  <a:srgbClr val="F4F4F4"/>
                </a:solidFill>
                <a:latin typeface="Calibri"/>
              </a:rPr>
              <a:t>Token Inspector · Audit Trail · MCP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B5424"/>
                </a:solidFill>
                <a:latin typeface="Calibri"/>
              </a:rPr>
              <a:t>Deferred · easy to layer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5212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600" b="1">
                <a:solidFill>
                  <a:srgbClr val="EB5424"/>
                </a:solidFill>
                <a:latin typeface="Calibri"/>
              </a:rPr>
              <a:t>·  </a:t>
            </a:r>
            <a:r>
              <a:rPr sz="1200" b="1">
                <a:solidFill>
                  <a:srgbClr val="F4F4F4"/>
                </a:solidFill>
                <a:latin typeface="Calibri"/>
              </a:rPr>
              <a:t>Settings · Agent Control Panel</a:t>
            </a:r>
            <a:r>
              <a:rPr sz="1200">
                <a:solidFill>
                  <a:srgbClr val="A0A9B4"/>
                </a:solidFill>
                <a:latin typeface="Calibri"/>
              </a:rPr>
              <a:t>  Per-scope toggles, bounded-authority slider, revoke-all.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600" b="1">
                <a:solidFill>
                  <a:srgbClr val="EB5424"/>
                </a:solidFill>
                <a:latin typeface="Calibri"/>
              </a:rPr>
              <a:t>·  </a:t>
            </a:r>
            <a:r>
              <a:rPr sz="1200" b="1">
                <a:solidFill>
                  <a:srgbClr val="F4F4F4"/>
                </a:solidFill>
                <a:latin typeface="Calibri"/>
              </a:rPr>
              <a:t>Time-bounded 3rd-party agent</a:t>
            </a:r>
            <a:r>
              <a:rPr sz="1200">
                <a:solidFill>
                  <a:srgbClr val="A0A9B4"/>
                </a:solidFill>
                <a:latin typeface="Calibri"/>
              </a:rPr>
              <a:t>  time_bound claim + middleware that rejects outside window.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600" b="1">
                <a:solidFill>
                  <a:srgbClr val="EB5424"/>
                </a:solidFill>
                <a:latin typeface="Calibri"/>
              </a:rPr>
              <a:t>·  </a:t>
            </a:r>
            <a:r>
              <a:rPr sz="1200" b="1">
                <a:solidFill>
                  <a:srgbClr val="F4F4F4"/>
                </a:solidFill>
                <a:latin typeface="Calibri"/>
              </a:rPr>
              <a:t>Tool Authorization screen</a:t>
            </a:r>
            <a:r>
              <a:rPr sz="1200">
                <a:solidFill>
                  <a:srgbClr val="A0A9B4"/>
                </a:solidFill>
                <a:latin typeface="Calibri"/>
              </a:rPr>
              <a:t>  ‘Missing required scopes’ UI when Settings removes a scope.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600" b="1">
                <a:solidFill>
                  <a:srgbClr val="EB5424"/>
                </a:solidFill>
                <a:latin typeface="Calibri"/>
              </a:rPr>
              <a:t>·  </a:t>
            </a:r>
            <a:r>
              <a:rPr sz="1200" b="1">
                <a:solidFill>
                  <a:srgbClr val="F4F4F4"/>
                </a:solidFill>
                <a:latin typeface="Calibri"/>
              </a:rPr>
              <a:t>Real Google Calendar via Token Vault</a:t>
            </a:r>
            <a:r>
              <a:rPr sz="1200">
                <a:solidFill>
                  <a:srgbClr val="A0A9B4"/>
                </a:solidFill>
                <a:latin typeface="Calibri"/>
              </a:rPr>
              <a:t>  Same code path as the mock; just swap the grant string.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VoyagerAI · Auth0 for AI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200" b="1" i="0">
                <a:solidFill>
                  <a:srgbClr val="F4F4F4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1">
                <a:solidFill>
                  <a:srgbClr val="A0A9B4"/>
                </a:solidFill>
                <a:latin typeface="Calibri"/>
              </a:rPr>
              <a:t>Try it live, ask anything about the wiring.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3520440"/>
            <a:ext cx="548640" cy="54864"/>
          </a:xfrm>
          <a:prstGeom prst="rect">
            <a:avLst/>
          </a:prstGeom>
          <a:solidFill>
            <a:srgbClr val="EB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VoyagerAI · Auth0 for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7E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